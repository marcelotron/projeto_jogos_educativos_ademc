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412" y="2334517"/>
            <a:ext cx="2543175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5467" y="2867917"/>
            <a:ext cx="8521065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0D9488"/>
                </a:solidFill>
                <a:latin typeface="Fredoka"/>
              </a:rPr>
              <a:t>Cavalos Incríveis e Diferentes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837533"/>
            <a:ext cx="8096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Nunito"/>
              </a:rPr>
              <a:t>Uma viagem super divertida para conhecer os cavalos mais surpreendentes, fofos e coloridos do nosso planeta!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00588" y="2895600"/>
            <a:ext cx="6590823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F766E"/>
                </a:solidFill>
                <a:latin typeface="Fredoka"/>
              </a:rPr>
              <a:t>Superpoderes dos Cavalos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86175"/>
            <a:ext cx="7143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Nunito"/>
              </a:rPr>
              <a:t>Cada cavalo tem algo único: cores mágicas, tamanhos diferentes e detalhes incríveis que deixam todo mundo encantado!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281237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50" y="2414587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✨ </a:t>
            </a:r>
            <a:r>
              <a:rPr b="0" sz="1500" i="0" u="none">
                <a:solidFill>
                  <a:srgbClr val="334155"/>
                </a:solidFill>
                <a:latin typeface="Nunito Black"/>
              </a:rPr>
              <a:t>Pelagem Mágica:</a:t>
            </a:r>
            <a:r>
              <a:rPr b="0" sz="1500" i="0" u="none">
                <a:solidFill>
                  <a:srgbClr val="334155"/>
                </a:solidFill>
                <a:latin typeface="Nunito SemiBold"/>
              </a:rPr>
              <a:t> O pelo dele brilha ao sol como se fosse feito de ouro de verdade!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281237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3271837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3405187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🏜️ </a:t>
            </a:r>
            <a:r>
              <a:rPr b="0" sz="1500" i="0" u="none">
                <a:solidFill>
                  <a:srgbClr val="334155"/>
                </a:solidFill>
                <a:latin typeface="Nunito Black"/>
              </a:rPr>
              <a:t>Super Forte:</a:t>
            </a:r>
            <a:r>
              <a:rPr b="0" sz="1500" i="0" u="none">
                <a:solidFill>
                  <a:srgbClr val="334155"/>
                </a:solidFill>
                <a:latin typeface="Nunito SemiBold"/>
              </a:rPr>
              <a:t> Ele veio do deserto e consegue caminhar por muito tempo sem se cansar.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271837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1500" y="4262437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4395787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⚡ </a:t>
            </a:r>
            <a:r>
              <a:rPr b="0" sz="1500" i="0" u="none">
                <a:solidFill>
                  <a:srgbClr val="334155"/>
                </a:solidFill>
                <a:latin typeface="Nunito Black"/>
              </a:rPr>
              <a:t>Elegante e Rápido:</a:t>
            </a:r>
            <a:r>
              <a:rPr b="0" sz="1500" i="0" u="none">
                <a:solidFill>
                  <a:srgbClr val="334155"/>
                </a:solidFill>
                <a:latin typeface="Nunito SemiBold"/>
              </a:rPr>
              <a:t> É um dos cavalos mais velozes e esbeltos do mundo.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262437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O Cavalo Dourado: Akhal-Teke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42411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50" y="255746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Muitos pelos fofinhos perto dos cascos, parecendo que está de botas!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414712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2411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3548062"/>
            <a:ext cx="4991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Tem uma crina longa, cheia e muito macia.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11956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414712"/>
            <a:ext cx="47625" cy="5524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425291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Conhecido por ser muito calmo, carinhoso e dócil com todos.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11956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O Cavalo de Botas: Gypsy Vanner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42411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50" y="255746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Pelagem cheia de pintinhas, parecendo um dálmata gigante!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41471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2411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354806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Nenhum cavalo Appaloosa tem as manchas iguais às de outro.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405312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41471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4538662"/>
            <a:ext cx="4991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É super inteligente, curioso e adora brincar.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405312"/>
            <a:ext cx="47625" cy="5524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O Cavalo Pintado: Appaloosa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42411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50" y="255746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É um cavalo pequenininho, do tamanho de um cachorro grande!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41471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2411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354806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Apesar de pequeno, é um cavalo de verdade com muito carinho para dar.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405312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41471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4538662"/>
            <a:ext cx="4991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Adora estar perto de crianças e fazer novos amigos.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405312"/>
            <a:ext cx="47625" cy="5524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O Mini Cavalo: Falabella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42411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50" y="255746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Sua pelagem é totalmente preta e brilhante como a noite.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414712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2411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3548062"/>
            <a:ext cx="4991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Sua crina é longa e cheia de ondas bonitas.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11956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414712"/>
            <a:ext cx="47625" cy="5524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425291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Ele anda com a cabeça erguida, parecendo um rei nos contos de fadas!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11956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O Negro Elegante: Friesian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42411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50" y="255746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As pontas das orelhas dele se curvam para dentro e quase se tocam!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414712"/>
            <a:ext cx="53340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2411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3548062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Gira as orelhas em todas as direções para ouvir tudo direitinho.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405312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414712"/>
            <a:ext cx="47625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4538662"/>
            <a:ext cx="4991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 SemiBold"/>
              </a:rPr>
              <a:t>É um cavalo muito leal, corajoso e amigo.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405312"/>
            <a:ext cx="47625" cy="5524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Orelhas de Coração: Marwari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0300"/>
            <a:ext cx="3524250" cy="2733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00300"/>
            <a:ext cx="3524250" cy="2733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400300"/>
            <a:ext cx="3524250" cy="2733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686050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486150"/>
            <a:ext cx="310038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15E59"/>
                </a:solidFill>
                <a:latin typeface="Fredoka SemiBold"/>
              </a:rPr>
              <a:t>Pelas Orelhas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76675"/>
            <a:ext cx="2952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"/>
              </a:rPr>
              <a:t>Orelhas para frente mostram que ele está curioso e prestando atenção em você!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2686050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9625" y="3486150"/>
            <a:ext cx="310038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15E59"/>
                </a:solidFill>
                <a:latin typeface="Fredoka SemiBold"/>
              </a:rPr>
              <a:t>Olhar Atento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876675"/>
            <a:ext cx="2952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"/>
              </a:rPr>
              <a:t>Eles conseguem ver quase tudo ao seu redor sem precisar virar a cabeça.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0" y="2686050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0" y="3486150"/>
            <a:ext cx="310038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15E59"/>
                </a:solidFill>
                <a:latin typeface="Fredoka SemiBold"/>
              </a:rPr>
              <a:t>O Relincho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876675"/>
            <a:ext cx="2952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"/>
              </a:rPr>
              <a:t>Cada relincho é um jeito especial de dizer "olá, estou aqui!" para os amigos.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838450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2975" y="2838450"/>
            <a:ext cx="3429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6300" y="2838450"/>
            <a:ext cx="3810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Como os Cavalos se Comunicam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7475"/>
            <a:ext cx="5334000" cy="2219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3086100"/>
            <a:ext cx="4762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FFFFFF"/>
                </a:solidFill>
                <a:latin typeface="Fredoka"/>
              </a:rPr>
              <a:t>360°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133850"/>
            <a:ext cx="4762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1" sz="1650" i="0" u="none">
                <a:solidFill>
                  <a:srgbClr val="E0F2FE"/>
                </a:solidFill>
                <a:latin typeface="Nunito"/>
              </a:rPr>
              <a:t>Visão Panorâmica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886075"/>
            <a:ext cx="56007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15E59"/>
                </a:solidFill>
                <a:latin typeface="Fredoka SemiBold"/>
              </a:rPr>
              <a:t>Super Olhos dos Cavalos!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27660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"/>
              </a:rPr>
              <a:t>Como os olhos dos cavalos ficam nas laterais da cabeça, eles enxergam tudo ao redor de uma só vez!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6240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Nunito"/>
              </a:rPr>
              <a:t>Além disso, eles conseguem dormir em pé com segurança, travando os joelhinhos de um jeito super especial!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Curiosidade Super Legal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71712"/>
            <a:ext cx="11049000" cy="2990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271712"/>
          <a:ext cx="11048998" cy="299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13061"/>
                <a:gridCol w="3767435"/>
                <a:gridCol w="2016472"/>
                <a:gridCol w="3152030"/>
              </a:tblGrid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Fredoka SemiBold"/>
                        </a:rPr>
                        <a:t>Nome da Raça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Fredoka SemiBold"/>
                        </a:rPr>
                        <a:t>Super Detalhe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Fredoka SemiBold"/>
                        </a:rPr>
                        <a:t>Tamanho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Fredoka SemiBold"/>
                        </a:rPr>
                        <a:t>Jeito de Ser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766E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Akhal-Teke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Pelo dourado brilhante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Médio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Ativo e rápido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Gypsy Vanner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Patas com pelos fofos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Grande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Muito calmo e carinhoso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Falabella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Tamanho miniatura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Pequenininho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Amigável e brincalhão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Marwari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Orelhas curvadas para dentro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Médio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Nunito"/>
                        </a:rPr>
                        <a:t>Muito atento e leal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862262"/>
            <a:ext cx="2113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84561" y="2862262"/>
            <a:ext cx="3767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51996" y="2862262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68469" y="2862262"/>
            <a:ext cx="31520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462337"/>
            <a:ext cx="2113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84561" y="3462337"/>
            <a:ext cx="3767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51996" y="3462337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68469" y="3462337"/>
            <a:ext cx="31520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62412"/>
            <a:ext cx="2113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84561" y="4062412"/>
            <a:ext cx="3767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51996" y="4062412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68469" y="4062412"/>
            <a:ext cx="31520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662487"/>
            <a:ext cx="2113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84561" y="4662487"/>
            <a:ext cx="3767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1996" y="4662487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68469" y="4662487"/>
            <a:ext cx="31520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Resumo dos Cavalos Especiais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4081462"/>
            <a:ext cx="4533900" cy="48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290762"/>
            <a:ext cx="1160145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100" i="0" u="none">
                <a:solidFill>
                  <a:srgbClr val="0F766E"/>
                </a:solidFill>
                <a:latin typeface="Fredoka"/>
              </a:rPr>
              <a:t>Qual o seu cavalo favorito?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62312"/>
            <a:ext cx="110490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b="0" sz="1950" i="0" u="none">
                <a:solidFill>
                  <a:srgbClr val="334155"/>
                </a:solidFill>
                <a:latin typeface="Nunito SemiBold"/>
              </a:rPr>
              <a:t>Todos os cavalos são únicos e muito especiais, exatamente como nós!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2858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05740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003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7719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543425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047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047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990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990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762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762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533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533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476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476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287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4358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"/>
              </a:rPr>
              <a:t>https://i.redd.it/80xtxhxge9541.jpg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6692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"/>
              </a:rPr>
              <a:t>www.reddit.com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860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20027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"/>
              </a:rPr>
              <a:t>https://img1.wsimg.com/isteam/ip/4b5e4283-af6a-4401-8c6c-0edcc3652e2f/Imarawalking.jpg/:/cr=t:0%25,l:5.28%25,w:89.44%25,h:100%25/rs=w:1240,h:1653.3333333333333,cg:true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61937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"/>
              </a:rPr>
              <a:t>stlgypsyhorses.com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4325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1503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"/>
              </a:rPr>
              <a:t>https://media.istockphoto.com/id/629640678/photo/white-spotted-horse.jpg?s=612x612&amp;w=0&amp;k=20&amp;c=vs-pGxsDVNQIRVnfT9bqoCIX63FX1pUrqfC6HeXSY8E=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3837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"/>
              </a:rPr>
              <a:t>www.istockphoto.com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1477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92191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"/>
              </a:rPr>
              <a:t>https://i.ytimg.com/vi/b-KGKyQqkRA/sddefault.jpg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15528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"/>
              </a:rPr>
              <a:t>www.youtube.com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2025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686300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"/>
              </a:rPr>
              <a:t>https://media.istockphoto.com/id/494855482/photo/the-black-friesian-horse-play-in-the-gold-autumn-wood.jpg?s=612x612&amp;w=0&amp;k=20&amp;c=uvGYxN2fQTjYg6KhNXrqWZVOrf3Fl9-uYmQ28Ll8kGM=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105400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"/>
              </a:rPr>
              <a:t>www.istockphoto.com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629275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63641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"/>
              </a:rPr>
              <a:t>https://ihearthorses.com/wp-content/uploads/2019/12/Canva-Marwari-horse-portrait-scaled.jpg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86978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"/>
              </a:rPr>
              <a:t>ihearthorses.com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766E"/>
                </a:solidFill>
                <a:latin typeface="Fredoka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